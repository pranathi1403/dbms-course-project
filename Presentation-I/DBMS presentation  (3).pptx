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0429" y="777115"/>
            <a:ext cx="7411141" cy="2120348"/>
          </a:xfrm>
        </p:spPr>
        <p:txBody>
          <a:bodyPr/>
          <a:lstStyle/>
          <a:p>
            <a:r>
              <a:rPr lang="en-US" dirty="0"/>
              <a:t>Cooperative Society Membership and Savings Management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67652" y="3048000"/>
            <a:ext cx="4351131" cy="221090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Presented by – S. </a:t>
            </a:r>
            <a:r>
              <a:rPr lang="en-US" b="1" dirty="0" err="1">
                <a:solidFill>
                  <a:schemeClr val="bg1"/>
                </a:solidFill>
              </a:rPr>
              <a:t>Pranathi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Class/Sec – AIML Panthers 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Roll no. – 25WU0104024 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College – </a:t>
            </a:r>
            <a:r>
              <a:rPr lang="en-US" b="1" dirty="0" err="1">
                <a:solidFill>
                  <a:schemeClr val="bg1"/>
                </a:solidFill>
              </a:rPr>
              <a:t>Woxsen</a:t>
            </a:r>
            <a:r>
              <a:rPr lang="en-US" b="1" dirty="0">
                <a:solidFill>
                  <a:schemeClr val="bg1"/>
                </a:solidFill>
              </a:rPr>
              <a:t> University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500" y="0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Problem Statement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00696"/>
            <a:ext cx="9905999" cy="4737652"/>
          </a:xfrm>
        </p:spPr>
        <p:txBody>
          <a:bodyPr>
            <a:normAutofit fontScale="92500"/>
          </a:bodyPr>
          <a:lstStyle/>
          <a:p>
            <a:r>
              <a:rPr lang="en-US" dirty="0"/>
              <a:t>Manual records make member and savings balances difficult to verify.
Need a centralized database for members, shares, savings, loans, dividends, meetings and nominations.</a:t>
            </a:r>
            <a:endParaRPr lang="en-US" dirty="0"/>
          </a:p>
          <a:p>
            <a:r>
              <a:rPr lang="en-US" dirty="0"/>
              <a:t>A Cooperative Society Membership and Savings Management System solves the problem of manual, error-prone record- keeping for member registrations, monthly savings deposits, share capital tracking, and loan distributions in a local cooperative.</a:t>
            </a:r>
            <a:endParaRPr lang="en-US" dirty="0"/>
          </a:p>
          <a:p>
            <a:r>
              <a:rPr lang="en-US" dirty="0"/>
              <a:t>Manual Record-Keeping: Paper registers and basic spreadsheets cause data loss, calculation errors, and missing transaction histories.</a:t>
            </a:r>
            <a:endParaRPr lang="en-US" dirty="0"/>
          </a:p>
          <a:p>
            <a:r>
              <a:rPr lang="en-US" dirty="0"/>
              <a:t>Delayed Tracking: Members wait days to know their exact savings balance or loan eligibility.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Scope of the System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826" y="2249487"/>
            <a:ext cx="9821585" cy="326120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Member registration and management
Share management
Savings deposits and withdrawals
Loan processing and repayments
Dividend management
Meeting and attendance records
Nominee management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869" y="684696"/>
            <a:ext cx="9556541" cy="141239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Objectives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Maintain accurate member records
Track shares and savings
Manage loans and repayments
Improve data accuracy and accessibility
Generate useful reports
Maintain data integrity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Users Of the system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5848" y="1918182"/>
            <a:ext cx="8698326" cy="4321300"/>
          </a:xfrm>
        </p:spPr>
        <p:txBody>
          <a:bodyPr>
            <a:normAutofit/>
          </a:bodyPr>
          <a:lstStyle/>
          <a:p>
            <a:r>
              <a:rPr lang="en-US" dirty="0"/>
              <a:t>Society Administrator
Society Staff
Members
Management/Committee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Functional Requirements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Membership management
Share purchase/holding management
Savings account management
Deposit and withdrawal
Loan processing
Loan repayment
Dividend management
Meeting attendance
Reporting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Main Entities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010479" y="1761432"/>
            <a:ext cx="8144566" cy="488121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Members
Nominees
Share Classes
Holdings
Savings Accounts
Transactions</a:t>
            </a:r>
            <a:endParaRPr lang="en-US" dirty="0"/>
          </a:p>
          <a:p>
            <a:r>
              <a:rPr lang="en-US" dirty="0"/>
              <a:t>Loan Products
Loans
Repayments
Dividends
Meetings
Attendance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Initial Relational Schema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tables
Primary keys
Foreign keys
Relationships between tables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Rules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Member numbers must be unique
Withdrawals cannot exceed savings balance
Repayment cannot exceed outstanding loan
Dividends cannot be negative
Only active members can perform applicable activities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DBMS provides an organized way to manage cooperative membership and savings-related activities.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A Cooperative Society Membership and Savings Management System successfully modernizes traditional financial cooperatives by automating member registration, secure savings tracking, and transparent loan workflows.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2278</Words>
  <Application>WPS Presentation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Trebuchet MS</vt:lpstr>
      <vt:lpstr>Tw Cen MT</vt:lpstr>
      <vt:lpstr>Microsoft YaHei</vt:lpstr>
      <vt:lpstr>Arial Unicode MS</vt:lpstr>
      <vt:lpstr>Calibri</vt:lpstr>
      <vt:lpstr>Circuit</vt:lpstr>
      <vt:lpstr>Cooperative Society Membership and Savings Management System</vt:lpstr>
      <vt:lpstr>Problem Statement </vt:lpstr>
      <vt:lpstr>Scope of the System</vt:lpstr>
      <vt:lpstr>Objectives </vt:lpstr>
      <vt:lpstr>Users Of the system </vt:lpstr>
      <vt:lpstr>Functional Requirements</vt:lpstr>
      <vt:lpstr>Main Entities</vt:lpstr>
      <vt:lpstr>Initial Relational Schema</vt:lpstr>
      <vt:lpstr>Business Rules</vt:lpstr>
      <vt:lpstr>Conclusion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Cooperative Society Membership and Savings Management System</dc:title>
  <dc:creator>Sayini Pranathi</dc:creator>
  <cp:lastModifiedBy>Sayini Upender</cp:lastModifiedBy>
  <cp:revision>4</cp:revision>
  <dcterms:created xsi:type="dcterms:W3CDTF">2026-08-26T04:28:00Z</dcterms:created>
  <dcterms:modified xsi:type="dcterms:W3CDTF">2026-10-07T04:33:32Z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6C712E6622EA4F0A8A6AA420E0CA5148_12</vt:lpwstr>
  </property>
  <property fmtid="{D5CDD505-2E9C-101B-9397-08002B2CF9AE}" pid="3" name="KSOProductBuildVer">
    <vt:lpwstr>1033-12.1.0.28485</vt:lpwstr>
  </property>
</Properties>
</file>