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3" r:id="rId5"/>
    <p:sldId id="262" r:id="rId6"/>
    <p:sldId id="259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0429" y="777115"/>
            <a:ext cx="7411141" cy="2120348"/>
          </a:xfrm>
        </p:spPr>
        <p:txBody>
          <a:bodyPr/>
          <a:lstStyle/>
          <a:p>
            <a:r>
              <a:rPr lang="en-US" dirty="0"/>
              <a:t>Cooperative Society Membership and Savings Management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67652" y="3048000"/>
            <a:ext cx="4351131" cy="221090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 – S. </a:t>
            </a:r>
            <a:r>
              <a:rPr lang="en-US" b="1" dirty="0" err="1">
                <a:solidFill>
                  <a:schemeClr val="bg1"/>
                </a:solidFill>
              </a:rPr>
              <a:t>Pranathi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Class/Sec – AIML Panthers 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Roll no. – 25WU0104024 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College – </a:t>
            </a:r>
            <a:r>
              <a:rPr lang="en-US" b="1" dirty="0" err="1">
                <a:solidFill>
                  <a:schemeClr val="bg1"/>
                </a:solidFill>
              </a:rPr>
              <a:t>Woxsen</a:t>
            </a:r>
            <a:r>
              <a:rPr lang="en-US" b="1" dirty="0">
                <a:solidFill>
                  <a:schemeClr val="bg1"/>
                </a:solidFill>
              </a:rPr>
              <a:t> University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500" y="0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Problem Statement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0696"/>
            <a:ext cx="9905999" cy="4737652"/>
          </a:xfrm>
        </p:spPr>
        <p:txBody>
          <a:bodyPr>
            <a:normAutofit fontScale="92500"/>
          </a:bodyPr>
          <a:lstStyle/>
          <a:p>
            <a:r>
              <a:rPr lang="en-US" dirty="0"/>
              <a:t>Manual records make member and savings balances difficult to verify.
Need a centralized database for members, shares, savings, loans, dividends, meetings and nominations.</a:t>
            </a:r>
            <a:endParaRPr lang="en-US" dirty="0"/>
          </a:p>
          <a:p>
            <a:r>
              <a:rPr lang="en-US" dirty="0"/>
              <a:t>A Cooperative Society Membership and Savings Management System solves the problem of manual, error-prone record- keeping for member registrations, monthly savings deposits, share capital tracking, and loan distributions in a local cooperative.</a:t>
            </a:r>
            <a:endParaRPr lang="en-US" dirty="0"/>
          </a:p>
          <a:p>
            <a:r>
              <a:rPr lang="en-US" dirty="0"/>
              <a:t>Manual Record-Keeping: Paper registers and basic spreadsheets cause data loss, calculation errors, and missing transaction histories.</a:t>
            </a:r>
            <a:endParaRPr lang="en-US" dirty="0"/>
          </a:p>
          <a:p>
            <a:r>
              <a:rPr lang="en-US" dirty="0"/>
              <a:t>Delayed Tracking: Members wait days to know their exact savings balance or loan eligibility.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2" y="0"/>
            <a:ext cx="9905998" cy="1478570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Er</a:t>
            </a:r>
            <a:r>
              <a:rPr lang="en-US" dirty="0">
                <a:solidFill>
                  <a:schemeClr val="bg1"/>
                </a:solidFill>
              </a:rPr>
              <a:t> Diagram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79501" y="1170608"/>
            <a:ext cx="8875022" cy="56100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Main Entities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10479" y="1761432"/>
            <a:ext cx="8144566" cy="488121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Members
Nominees
Share Classes
Holdings
Savings Accounts
Transactions</a:t>
            </a:r>
            <a:endParaRPr lang="en-US" dirty="0"/>
          </a:p>
          <a:p>
            <a:r>
              <a:rPr lang="en-US" dirty="0"/>
              <a:t>Loan Products
Loans
Repayments
Dividends
Meetings
Attendance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869" y="684696"/>
            <a:ext cx="9556541" cy="141239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Objectives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 accurate member records
Track shares and savings
Manage loans and repayments
Improve data accuracy and accessibility
Generate useful reports
Maintain data integrity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DBMS provides an organized way to manage cooperative membership and savings-related activities.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A Cooperative Society Membership and Savings Management System successfully modernizes traditional financial cooperatives by automating member registration, secure savings tracking, and transparent loan workflows.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1489</Words>
  <Application>WPS Presentation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Trebuchet MS</vt:lpstr>
      <vt:lpstr>Tw Cen MT</vt:lpstr>
      <vt:lpstr>Microsoft YaHei</vt:lpstr>
      <vt:lpstr>Arial Unicode MS</vt:lpstr>
      <vt:lpstr>Calibri</vt:lpstr>
      <vt:lpstr>Circuit</vt:lpstr>
      <vt:lpstr>Cooperative Society Membership and Savings Management System</vt:lpstr>
      <vt:lpstr>Problem Statement </vt:lpstr>
      <vt:lpstr>Er Diagram </vt:lpstr>
      <vt:lpstr>Main Entities</vt:lpstr>
      <vt:lpstr>Objectives 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Cooperative Society Membership and Savings Management System</dc:title>
  <dc:creator>Sayini Pranathi</dc:creator>
  <cp:lastModifiedBy>Sayini Upender</cp:lastModifiedBy>
  <cp:revision>3</cp:revision>
  <dcterms:created xsi:type="dcterms:W3CDTF">2026-08-26T04:28:00Z</dcterms:created>
  <dcterms:modified xsi:type="dcterms:W3CDTF">2026-10-07T04:42:01Z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80E36E4356374A4F81A6D795677F8864_12</vt:lpwstr>
  </property>
  <property fmtid="{D5CDD505-2E9C-101B-9397-08002B2CF9AE}" pid="3" name="KSOProductBuildVer">
    <vt:lpwstr>1033-12.1.0.28485</vt:lpwstr>
  </property>
</Properties>
</file>